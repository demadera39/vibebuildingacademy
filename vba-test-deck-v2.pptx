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🔭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7C3A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WEEK 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543300" y="1828800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543300" y="182880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Sampling Period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Explore: The Sampling Period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Try everything. AI tools, design patterns, problem spaces. Don't specialise yet — the breadth you build now is your unfair advantage later.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4160520"/>
            <a:ext cx="3291840" cy="347472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4160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🔨  AI-Powered Micro-Tool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7C3A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WEEK 1  ·  EXPLORE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8686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Sampling Period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🤖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50876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Meet Your AI Co-Builder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First contact with Claude, ChatGPT, and Cursor — find your favourite collaborator.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8046720" cy="914400"/>
          </a:xfrm>
          <a:prstGeom prst="roundRect">
            <a:avLst>
              <a:gd name="adj" fmla="val 18000"/>
            </a:avLst>
          </a:prstGeom>
          <a:solidFill>
            <a:srgbClr val="C4B5F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200400"/>
            <a:ext cx="8046720" cy="9144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📖 Self-study  ·  30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💬 Prompt  </a:t>
            </a:r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📡 Trends 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  </a:t>
            </a:r>
            <a:pPr indent="0" marL="0">
              <a:buNone/>
            </a:pPr>
            <a:r>
              <a:rPr lang="en-US" sz="22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is Vibe Building?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8046720" cy="3291840"/>
          </a:xfrm>
          <a:prstGeom prst="roundRect">
            <a:avLst>
              <a:gd name="adj" fmla="val 5000"/>
            </a:avLst>
          </a:prstGeom>
          <a:solidFill>
            <a:srgbClr val="C4B5F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7223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is the practice of using AI tools to build complete digital products — not just code, but experiences that consider design, ethics, user needs, and real-world impact.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It goes beyond ‘vibe coding’ (typing prompts to generate code) by embracing the full breadth of what makes a product great: problem framing, design sense, storytelling, and the discipline to ship.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  </a:t>
            </a:r>
            <a:pPr indent="0" marL="0">
              <a:buNone/>
            </a:pPr>
            <a:r>
              <a:rPr lang="en-US" sz="22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Range Advantage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8046720" cy="3291840"/>
          </a:xfrm>
          <a:prstGeom prst="roundRect">
            <a:avLst>
              <a:gd name="adj" fmla="val 5000"/>
            </a:avLst>
          </a:prstGeom>
          <a:solidFill>
            <a:srgbClr val="C4B5F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7223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David Epstein’s ‘Range’ shows generalists often outperform specialists in complex, uncertain domains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‘sampling period’ — trying many things before committing — builds creative problem-solving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 building is exactly this kind of domain: fast-changing, interdisciplinary, rewarding breadth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Your diverse background is your superpower, not a weakness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Two Mindsets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252728"/>
            <a:ext cx="3863340" cy="3108960"/>
          </a:xfrm>
          <a:prstGeom prst="roundRect">
            <a:avLst>
              <a:gd name="adj" fmla="val 5294"/>
            </a:avLst>
          </a:prstGeom>
          <a:solidFill>
            <a:srgbClr val="C4B5F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3863340" cy="3108960"/>
          </a:xfrm>
          <a:prstGeom prst="roundRect">
            <a:avLst>
              <a:gd name="adj" fmla="val 5294"/>
            </a:avLst>
          </a:prstGeom>
          <a:solidFill>
            <a:srgbClr val="EDE9F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71600"/>
            <a:ext cx="32232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  </a:t>
            </a:r>
            <a:pPr indent="0" marL="0">
              <a:buNone/>
            </a:pPr>
            <a:r>
              <a:rPr lang="en-US" sz="16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32232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Sees the whole picture. Considers who it’s for, why it matters, how it feels. Uses AI as a creative partner to build things that work for real people.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32020" y="1252728"/>
            <a:ext cx="3863340" cy="3108960"/>
          </a:xfrm>
          <a:prstGeom prst="roundRect">
            <a:avLst>
              <a:gd name="adj" fmla="val 5294"/>
            </a:avLst>
          </a:prstGeom>
          <a:solidFill>
            <a:srgbClr val="C4B5FD"/>
          </a:solidFill>
          <a:ln/>
        </p:spPr>
      </p:sp>
      <p:sp>
        <p:nvSpPr>
          <p:cNvPr id="8" name="Shape 6"/>
          <p:cNvSpPr/>
          <p:nvPr/>
        </p:nvSpPr>
        <p:spPr>
          <a:xfrm>
            <a:off x="4732020" y="1143000"/>
            <a:ext cx="386334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52060" y="1371600"/>
            <a:ext cx="32232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6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Coder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52060" y="1874520"/>
            <a:ext cx="32232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Focuses on the code. Prompts AI to generate functions, fix bugs, ship features. Technically capable but often misses the human side of building.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  </a:t>
            </a:r>
            <a:pPr indent="0" marL="0">
              <a:buNone/>
            </a:pPr>
            <a:r>
              <a:rPr lang="en-US" sz="24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Prompt Craft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new literacy. Communicating intent to AI in ways that produce what you actually mean.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27048"/>
            <a:ext cx="3863340" cy="2286000"/>
          </a:xfrm>
          <a:prstGeom prst="roundRect">
            <a:avLst>
              <a:gd name="adj" fmla="val 7200"/>
            </a:avLst>
          </a:prstGeom>
          <a:solidFill>
            <a:srgbClr val="C4B5F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3863340" cy="2286000"/>
          </a:xfrm>
          <a:prstGeom prst="roundRect">
            <a:avLst>
              <a:gd name="adj" fmla="val 7200"/>
            </a:avLst>
          </a:prstGeom>
          <a:solidFill>
            <a:srgbClr val="EDE9F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00200"/>
            <a:ext cx="3223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  </a:t>
            </a:r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32232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direct collaborators.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32020" y="1527048"/>
            <a:ext cx="3863340" cy="2286000"/>
          </a:xfrm>
          <a:prstGeom prst="roundRect">
            <a:avLst>
              <a:gd name="adj" fmla="val 7200"/>
            </a:avLst>
          </a:prstGeom>
          <a:solidFill>
            <a:srgbClr val="FDE68A"/>
          </a:solidFill>
          <a:ln/>
        </p:spPr>
      </p:sp>
      <p:sp>
        <p:nvSpPr>
          <p:cNvPr id="9" name="Shape 7"/>
          <p:cNvSpPr/>
          <p:nvPr/>
        </p:nvSpPr>
        <p:spPr>
          <a:xfrm>
            <a:off x="4732020" y="1417320"/>
            <a:ext cx="3863340" cy="2286000"/>
          </a:xfrm>
          <a:prstGeom prst="roundRect">
            <a:avLst>
              <a:gd name="adj" fmla="val 7200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5052060" y="1600200"/>
            <a:ext cx="3223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💻  </a:t>
            </a:r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Coder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52060" y="2057400"/>
            <a:ext cx="32232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type commands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“Can I direct AI like a film director — not just ask it questions?”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EDE9FE"/>
          </a:solidFill>
          <a:ln/>
        </p:spPr>
      </p:sp>
      <p:pic>
        <p:nvPicPr>
          <p:cNvPr id="3" name="Image 0" descr="AI co-builder interface screensho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274320"/>
            <a:ext cx="3566160" cy="4046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43662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Claude generating a landing page from a domain-specific prompt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389120" y="457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Your First Prompt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389120" y="1344168"/>
            <a:ext cx="4206240" cy="3108960"/>
          </a:xfrm>
          <a:prstGeom prst="roundRect">
            <a:avLst>
              <a:gd name="adj" fmla="val 5294"/>
            </a:avLst>
          </a:prstGeom>
          <a:solidFill>
            <a:srgbClr val="C4B5FD"/>
          </a:solidFill>
          <a:ln/>
        </p:spPr>
      </p:sp>
      <p:sp>
        <p:nvSpPr>
          <p:cNvPr id="7" name="Shape 4"/>
          <p:cNvSpPr/>
          <p:nvPr/>
        </p:nvSpPr>
        <p:spPr>
          <a:xfrm>
            <a:off x="4389120" y="1234440"/>
            <a:ext cx="420624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4709160" y="14630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Start with something real. Not “Hello world” but a genuine problem you care about.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best first prompts come from your own domain — your work, your hobby, your frustration. AI tools respond differently when you bring real context.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Try: “I’m a [your role] and I need to build [specific thing] for [specific audience].”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3" name="Image 0" descr="Design Sense in Ac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274320"/>
            <a:ext cx="3566160" cy="4046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3520" y="43662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Before and after applying design principles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48640" y="457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Design Sense in Action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344168"/>
            <a:ext cx="4206240" cy="3108960"/>
          </a:xfrm>
          <a:prstGeom prst="roundRect">
            <a:avLst>
              <a:gd name="adj" fmla="val 5294"/>
            </a:avLst>
          </a:prstGeom>
          <a:solidFill>
            <a:srgbClr val="A7F3D0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1234440"/>
            <a:ext cx="4206240" cy="310896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4630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Does the layout guide the eye naturally?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Is there enough whitespace to breathe?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Would someone enjoy using this — not just tolerate it?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Test with real people, not just yourself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Activity 1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Try three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 tools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 30 minutes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383280" y="411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 Tool Speed Dating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383280" y="1371600"/>
            <a:ext cx="5212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Open Claude (claude.ai), ChatGPT, and one other AI tool of your choice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Give each the same prompt: ‘Help me build a landing page for [your idea]’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Notice: How does each tool respond? Which feels more like a collaborator?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down 3 observations about the differences between 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Pick your favourite — this is your co-builder for the rest of the week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REFLECTION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83280" y="548640"/>
            <a:ext cx="52120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Which AI tool felt most like a creative partner — and why?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surprised you about the differences between tools?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Where in your life or work could AI building create the most impact?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don’t need to specialise —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need to explore.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371600" y="3794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Inspired by David Epstein, Range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  </a:t>
            </a:r>
            <a:pPr indent="0" marL="0">
              <a:buNone/>
            </a:pPr>
            <a:r>
              <a:rPr lang="en-US" sz="22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Your Range Wheel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 competencies that make a vibe builder.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97864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C4B5F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4864" cy="530352"/>
          </a:xfrm>
          <a:prstGeom prst="rect">
            <a:avLst/>
          </a:prstGeom>
          <a:solidFill>
            <a:srgbClr val="7C5CF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1430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🎯  </a:t>
            </a:r>
            <a:pPr indent="0" marL="0">
              <a:buNone/>
            </a:pPr>
            <a:r>
              <a:rPr lang="en-US" sz="10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Problem Framing</a:t>
            </a:r>
            <a:pPr indent="0" marL="0">
              <a:buNone/>
            </a:pPr>
            <a:r>
              <a:rPr lang="en-US" sz="85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See the right problem before jumping to solut…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197864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C4B5FD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143000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1188720"/>
            <a:ext cx="54864" cy="530352"/>
          </a:xfrm>
          <a:prstGeom prst="rect">
            <a:avLst/>
          </a:prstGeom>
          <a:solidFill>
            <a:srgbClr val="E85D9B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11430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🎨  </a:t>
            </a:r>
            <a:pPr indent="0" marL="0">
              <a:buNone/>
            </a:pPr>
            <a:r>
              <a:rPr lang="en-US" sz="10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Design Sense</a:t>
            </a:r>
            <a:pPr indent="0" marL="0">
              <a:buNone/>
            </a:pPr>
            <a:r>
              <a:rPr lang="en-US" sz="85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Does this feel right? Layout, hierarchy, acce…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C4B5FD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874520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920240"/>
            <a:ext cx="54864" cy="530352"/>
          </a:xfrm>
          <a:prstGeom prst="rect">
            <a:avLst/>
          </a:prstGeom>
          <a:solidFill>
            <a:srgbClr val="5B9FE4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18745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💬  </a:t>
            </a:r>
            <a:pPr indent="0" marL="0">
              <a:buNone/>
            </a:pPr>
            <a:r>
              <a:rPr lang="en-US" sz="10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Prompt Craft</a:t>
            </a:r>
            <a:pPr indent="0" marL="0">
              <a:buNone/>
            </a:pPr>
            <a:r>
              <a:rPr lang="en-US" sz="85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Communicating intent to AI effectively.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929384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C4B5FD"/>
          </a:solidFill>
          <a:ln/>
        </p:spPr>
      </p:sp>
      <p:sp>
        <p:nvSpPr>
          <p:cNvPr id="17" name="Shape 15"/>
          <p:cNvSpPr/>
          <p:nvPr/>
        </p:nvSpPr>
        <p:spPr>
          <a:xfrm>
            <a:off x="4709160" y="1874520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1920240"/>
            <a:ext cx="54864" cy="530352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9" name="Text 17"/>
          <p:cNvSpPr/>
          <p:nvPr/>
        </p:nvSpPr>
        <p:spPr>
          <a:xfrm>
            <a:off x="4873752" y="187452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  </a:t>
            </a:r>
            <a:pPr indent="0" marL="0">
              <a:buNone/>
            </a:pPr>
            <a:r>
              <a:rPr lang="en-US" sz="10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Systems Thinking</a:t>
            </a:r>
            <a:pPr indent="0" marL="0">
              <a:buNone/>
            </a:pPr>
            <a:r>
              <a:rPr lang="en-US" sz="85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How things connect. Data flows, feedback loop…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660904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C4B5FD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606040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2651760"/>
            <a:ext cx="54864" cy="530352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26060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⚖️  </a:t>
            </a:r>
            <a:pPr indent="0" marL="0">
              <a:buNone/>
            </a:pPr>
            <a:r>
              <a:rPr lang="en-US" sz="10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Ethical Awareness</a:t>
            </a:r>
            <a:pPr indent="0" marL="0">
              <a:buNone/>
            </a:pPr>
            <a:r>
              <a:rPr lang="en-US" sz="85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AI bias, privacy, inclusion, sustainability.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660904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C4B5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709160" y="2606040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709160" y="2651760"/>
            <a:ext cx="54864" cy="5303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26060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📡  </a:t>
            </a:r>
            <a:pPr indent="0" marL="0">
              <a:buNone/>
            </a:pPr>
            <a:r>
              <a:rPr lang="en-US" sz="10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Trend Literacy</a:t>
            </a:r>
            <a:pPr indent="0" marL="0">
              <a:buNone/>
            </a:pPr>
            <a:r>
              <a:rPr lang="en-US" sz="85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Knowing which wave to ride.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3392424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C4B5FD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337560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383280"/>
            <a:ext cx="54864" cy="5303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33375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📖  </a:t>
            </a:r>
            <a:pPr indent="0" marL="0">
              <a:buNone/>
            </a:pPr>
            <a:r>
              <a:rPr lang="en-US" sz="10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Storytelling</a:t>
            </a:r>
            <a:pPr indent="0" marL="0">
              <a:buNone/>
            </a:pPr>
            <a:r>
              <a:rPr lang="en-US" sz="85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Your build is only as good as your narrative.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3392424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C4B5FD"/>
          </a:solidFill>
          <a:ln/>
        </p:spPr>
      </p:sp>
      <p:sp>
        <p:nvSpPr>
          <p:cNvPr id="33" name="Shape 31"/>
          <p:cNvSpPr/>
          <p:nvPr/>
        </p:nvSpPr>
        <p:spPr>
          <a:xfrm>
            <a:off x="4709160" y="3337560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709160" y="3383280"/>
            <a:ext cx="54864" cy="53035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5" name="Text 33"/>
          <p:cNvSpPr/>
          <p:nvPr/>
        </p:nvSpPr>
        <p:spPr>
          <a:xfrm>
            <a:off x="4873752" y="33375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🌉  </a:t>
            </a:r>
            <a:pPr indent="0" marL="0">
              <a:buNone/>
            </a:pPr>
            <a:r>
              <a:rPr lang="en-US" sz="10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Domain Bridging</a:t>
            </a:r>
            <a:pPr indent="0" marL="0">
              <a:buNone/>
            </a:pPr>
            <a:r>
              <a:rPr lang="en-US" sz="85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Your unique background is your superpower.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4123944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C4B5FD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069080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4114800"/>
            <a:ext cx="54864" cy="53035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" y="40690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  </a:t>
            </a:r>
            <a:pPr indent="0" marL="0">
              <a:buNone/>
            </a:pPr>
            <a:r>
              <a:rPr lang="en-US" sz="10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Experimentation</a:t>
            </a:r>
            <a:pPr indent="0" marL="0">
              <a:buNone/>
            </a:pPr>
            <a:r>
              <a:rPr lang="en-US" sz="85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How fast you try, fail, learn, try again.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09160" y="4123944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C4B5FD"/>
          </a:solidFill>
          <a:ln/>
        </p:spPr>
      </p:sp>
      <p:sp>
        <p:nvSpPr>
          <p:cNvPr id="41" name="Shape 39"/>
          <p:cNvSpPr/>
          <p:nvPr/>
        </p:nvSpPr>
        <p:spPr>
          <a:xfrm>
            <a:off x="4709160" y="4069080"/>
            <a:ext cx="38862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4709160" y="4114800"/>
            <a:ext cx="54864" cy="5303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3" name="Text 41"/>
          <p:cNvSpPr/>
          <p:nvPr/>
        </p:nvSpPr>
        <p:spPr>
          <a:xfrm>
            <a:off x="4873752" y="40690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🚀  </a:t>
            </a:r>
            <a:pPr indent="0" marL="0">
              <a:buNone/>
            </a:pPr>
            <a:r>
              <a:rPr lang="en-US" sz="10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Ship Discipline</a:t>
            </a:r>
            <a:pPr indent="0" marL="0">
              <a:buNone/>
            </a:pPr>
            <a:r>
              <a:rPr lang="en-US" sz="850" dirty="0">
                <a:solidFill>
                  <a:srgbClr val="4A3A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 The gap between idea and live URL.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☕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37160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10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Take a break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minutes — stretch, grab a coffee, let it sink in.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8070B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Academy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71600" y="3200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Explore. Embrace. Experiment. Evolve.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71600" y="3794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E9F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Vibe Building Academy</a:t>
            </a:r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 · Cohort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0" y="4754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marcovanhout.com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unito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VBA — Test Deck v2: All Slide Types</dc:title>
  <dc:subject>PptxGenJS Presentation</dc:subject>
  <dc:creator>Vibe Building Academy</dc:creator>
  <cp:lastModifiedBy>Vibe Building Academy</cp:lastModifiedBy>
  <cp:revision>1</cp:revision>
  <dcterms:created xsi:type="dcterms:W3CDTF">2026-03-16T14:43:50Z</dcterms:created>
  <dcterms:modified xsi:type="dcterms:W3CDTF">2026-03-16T14:43:50Z</dcterms:modified>
</cp:coreProperties>
</file>